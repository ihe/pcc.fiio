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K. Fourquet" userId="76ac2d6caa11b56e" providerId="LiveId" clId="{5007C3D5-BAF8-4C41-BD9A-64F9A2D5F49F}"/>
    <pc:docChg chg="custSel modSld">
      <pc:chgData name="Andrea K. Fourquet" userId="76ac2d6caa11b56e" providerId="LiveId" clId="{5007C3D5-BAF8-4C41-BD9A-64F9A2D5F49F}" dt="2026-02-02T17:28:09.443" v="2" actId="313"/>
      <pc:docMkLst>
        <pc:docMk/>
      </pc:docMkLst>
      <pc:sldChg chg="modSp mod">
        <pc:chgData name="Andrea K. Fourquet" userId="76ac2d6caa11b56e" providerId="LiveId" clId="{5007C3D5-BAF8-4C41-BD9A-64F9A2D5F49F}" dt="2026-02-02T17:28:09.443" v="2" actId="313"/>
        <pc:sldMkLst>
          <pc:docMk/>
          <pc:sldMk cId="1499674565" sldId="256"/>
        </pc:sldMkLst>
        <pc:spChg chg="mod">
          <ac:chgData name="Andrea K. Fourquet" userId="76ac2d6caa11b56e" providerId="LiveId" clId="{5007C3D5-BAF8-4C41-BD9A-64F9A2D5F49F}" dt="2026-02-02T17:06:32.932" v="0" actId="313"/>
          <ac:spMkLst>
            <pc:docMk/>
            <pc:sldMk cId="1499674565" sldId="256"/>
            <ac:spMk id="17" creationId="{71F4F3B6-8E36-1591-FFA4-C83391AD7CF0}"/>
          </ac:spMkLst>
        </pc:spChg>
        <pc:spChg chg="mod">
          <ac:chgData name="Andrea K. Fourquet" userId="76ac2d6caa11b56e" providerId="LiveId" clId="{5007C3D5-BAF8-4C41-BD9A-64F9A2D5F49F}" dt="2026-02-02T17:06:45.703" v="1" actId="313"/>
          <ac:spMkLst>
            <pc:docMk/>
            <pc:sldMk cId="1499674565" sldId="256"/>
            <ac:spMk id="20" creationId="{6C7D73A7-891D-3E0F-A7D3-67BD82D0A2A1}"/>
          </ac:spMkLst>
        </pc:spChg>
        <pc:spChg chg="mod">
          <ac:chgData name="Andrea K. Fourquet" userId="76ac2d6caa11b56e" providerId="LiveId" clId="{5007C3D5-BAF8-4C41-BD9A-64F9A2D5F49F}" dt="2026-02-02T17:28:09.443" v="2" actId="313"/>
          <ac:spMkLst>
            <pc:docMk/>
            <pc:sldMk cId="1499674565" sldId="256"/>
            <ac:spMk id="36" creationId="{E42FCC1F-DD4A-3177-85AA-A6E4815BB7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655A-0F05-F3CD-7481-3F0BBE750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9C9E2-7E43-6FA5-F559-86DD44AA8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39DFD-BAAC-6BB9-525B-6C162080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B00A0-088E-5875-9B61-A42FAB27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550D3-399D-B404-3F67-9DE6B07F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1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323B-2A1F-CE4A-D4B9-8F4D0849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A7AB0-3248-7D9A-2204-5911F4DA1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8B8D4-5FCF-422E-4B35-668FF04C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84D9C-3176-E7B3-A05B-6C6D9833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A56D2-4453-219D-BF1F-1FFFF152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2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FB08-4C7E-669D-1361-F4032034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FA590-4860-9926-8897-57BB54156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812B2-1F72-E072-9677-892D65DC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9BF37-B935-8AB4-A76F-1FD62FC4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D3BE5-8BC6-A099-3A6F-9A653474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4F4D-01B9-BCEC-A7BB-A173EEF6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CDBC6-C0A1-2B5F-20D1-31D7126C9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B99EC-4ED3-B335-88FF-0011946FD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3A876-920C-2E99-B28B-36DB8EE2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33D0E-40D1-C9FB-7D6C-0F5C7BAD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026EA-CFA8-A958-92DF-D965A6CE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2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E45-CF3C-FAC9-C7F3-48DBDD89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FF765-70BE-5E6D-BEE8-19CA49673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79CB1-6842-A72A-3D9E-DD90C2D2E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E235A-A983-A58F-4C64-BEBC1B130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24170-DBAA-43CF-54C4-80F801AB9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4744C-9E61-B33E-9B46-7A9A029A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E80129-7CFF-FE78-2D6C-EEC1E564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09C310-76E0-4D23-7209-46A1120D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1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E26E-5D67-C24E-5A71-79BBF599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7F7E0-9490-12C1-FF72-0571CD03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B646B-1E1A-05A3-5611-024AF88B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3912A-C313-957D-3EDD-E2F9EF2D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7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E7C724-3F18-A924-7135-A5329470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EA6B5-1158-3030-6DF7-1AF608C7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302A8-5DCE-B7A9-5DB8-6CF7F9B2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5C38-1F6E-B7BB-0B48-4F647750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CD42-7873-DE75-551B-9536F41CE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07D22-F724-C1CA-2FFC-85506F5DD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02499-73CD-3CFC-4472-B93F35A1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E5E54-B8A5-38A7-9E9E-BD0032EB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D3F57-8E22-67ED-6121-DBC2600C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6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7CC8-2D24-1684-1692-D1EA1A30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8A49A-1DF5-9FCE-6224-99C10B96B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32620-3DC2-6CD4-A593-B53D4F06C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A3666-8805-92BE-792D-162386E8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E953-9207-3352-E300-8379BE05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A79B9-6E34-24A7-8813-154A838D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9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C22C-4E8C-00AD-A96A-7B38ABCD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443F9-A529-17E6-642F-A684CC033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C8DE1-56DE-633D-9B09-69F686C9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51887-2190-B81F-4FE4-AFD1D843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22983-5E3E-D2FA-A867-A81FE318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34C1E-708E-DB24-3A7A-AE1CD6490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E4EEC-C230-F69B-88E6-D1D5F0215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5A0A1-F832-169A-A07C-966C502D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99630-16A2-B7D6-B0A6-84F1B5C2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1399E-96E5-B0F8-6DC3-044489BC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1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F42BF-AC19-71F0-E3B4-B52F6219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D17E-F8A8-76D1-06DB-98D713C2C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F5FA5-0E1C-051B-C5E6-567F61A99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E555C-0D5A-418C-9745-D9B7913006D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A040F-581F-A9AE-4002-C3BFF6AAB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7D61-5A60-2941-C3A4-2FF6BEA2A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07395-ADBC-433A-A2BD-64FBC129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4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99D741-F09F-B396-27ED-3AC68558EDEB}"/>
              </a:ext>
            </a:extLst>
          </p:cNvPr>
          <p:cNvSpPr/>
          <p:nvPr/>
        </p:nvSpPr>
        <p:spPr>
          <a:xfrm>
            <a:off x="1943819" y="1702279"/>
            <a:ext cx="264543" cy="4031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387D1D-E4E1-6ECB-7DB0-68A41C8CA40C}"/>
              </a:ext>
            </a:extLst>
          </p:cNvPr>
          <p:cNvCxnSpPr>
            <a:cxnSpLocks/>
          </p:cNvCxnSpPr>
          <p:nvPr/>
        </p:nvCxnSpPr>
        <p:spPr>
          <a:xfrm>
            <a:off x="2081842" y="1138687"/>
            <a:ext cx="0" cy="520460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C36B31A-09CA-30C7-DBB9-77FAF2F3BF2E}"/>
              </a:ext>
            </a:extLst>
          </p:cNvPr>
          <p:cNvSpPr/>
          <p:nvPr/>
        </p:nvSpPr>
        <p:spPr>
          <a:xfrm>
            <a:off x="4784782" y="1702279"/>
            <a:ext cx="264543" cy="4031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B40EDC-7F5D-0854-BFED-324726108DB1}"/>
              </a:ext>
            </a:extLst>
          </p:cNvPr>
          <p:cNvCxnSpPr>
            <a:cxnSpLocks/>
          </p:cNvCxnSpPr>
          <p:nvPr/>
        </p:nvCxnSpPr>
        <p:spPr>
          <a:xfrm>
            <a:off x="4922805" y="1138687"/>
            <a:ext cx="0" cy="520460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AE28835-5374-DCF7-85B3-E4930133E406}"/>
              </a:ext>
            </a:extLst>
          </p:cNvPr>
          <p:cNvSpPr/>
          <p:nvPr/>
        </p:nvSpPr>
        <p:spPr>
          <a:xfrm>
            <a:off x="7677515" y="1702279"/>
            <a:ext cx="264543" cy="4031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67CC47-B6A5-572C-1077-53F19CD572C3}"/>
              </a:ext>
            </a:extLst>
          </p:cNvPr>
          <p:cNvCxnSpPr>
            <a:cxnSpLocks/>
          </p:cNvCxnSpPr>
          <p:nvPr/>
        </p:nvCxnSpPr>
        <p:spPr>
          <a:xfrm>
            <a:off x="7815538" y="1138687"/>
            <a:ext cx="0" cy="520460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8D9859-C96B-47A6-CC55-3189D2CCCDC7}"/>
              </a:ext>
            </a:extLst>
          </p:cNvPr>
          <p:cNvGrpSpPr/>
          <p:nvPr/>
        </p:nvGrpSpPr>
        <p:grpSpPr>
          <a:xfrm>
            <a:off x="861087" y="195532"/>
            <a:ext cx="2466381" cy="897147"/>
            <a:chOff x="1050868" y="195532"/>
            <a:chExt cx="2466381" cy="89714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E777A9-2FF1-3204-8A26-8D59FF901F9E}"/>
                </a:ext>
              </a:extLst>
            </p:cNvPr>
            <p:cNvSpPr/>
            <p:nvPr/>
          </p:nvSpPr>
          <p:spPr>
            <a:xfrm>
              <a:off x="1050868" y="195532"/>
              <a:ext cx="2466381" cy="897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CF86E4-305B-906C-CE67-F585417F73A5}"/>
                </a:ext>
              </a:extLst>
            </p:cNvPr>
            <p:cNvSpPr txBox="1"/>
            <p:nvPr/>
          </p:nvSpPr>
          <p:spPr>
            <a:xfrm>
              <a:off x="1050868" y="351717"/>
              <a:ext cx="24663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Primary Care Data Source</a:t>
              </a:r>
            </a:p>
            <a:p>
              <a:pPr algn="ctr"/>
              <a:r>
                <a:rPr lang="en-US" sz="1600" dirty="0"/>
                <a:t>(Content Creator)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44B914-AB3F-E7FD-21E0-07AFC8E5F646}"/>
              </a:ext>
            </a:extLst>
          </p:cNvPr>
          <p:cNvGrpSpPr/>
          <p:nvPr/>
        </p:nvGrpSpPr>
        <p:grpSpPr>
          <a:xfrm>
            <a:off x="3655745" y="204158"/>
            <a:ext cx="2522614" cy="897147"/>
            <a:chOff x="2514186" y="247290"/>
            <a:chExt cx="2522614" cy="89714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422590E-87C6-7E63-3105-75AD41B46413}"/>
                </a:ext>
              </a:extLst>
            </p:cNvPr>
            <p:cNvSpPr/>
            <p:nvPr/>
          </p:nvSpPr>
          <p:spPr>
            <a:xfrm>
              <a:off x="2542303" y="247290"/>
              <a:ext cx="2466381" cy="897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F4F3B6-8E36-1591-FFA4-C83391AD7CF0}"/>
                </a:ext>
              </a:extLst>
            </p:cNvPr>
            <p:cNvSpPr txBox="1"/>
            <p:nvPr/>
          </p:nvSpPr>
          <p:spPr>
            <a:xfrm>
              <a:off x="2514186" y="247290"/>
              <a:ext cx="2522614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Pseudonymization Service</a:t>
              </a:r>
            </a:p>
            <a:p>
              <a:pPr algn="ctr"/>
              <a:r>
                <a:rPr lang="en-US" sz="1600" dirty="0"/>
                <a:t>(Content Consumer)</a:t>
              </a:r>
            </a:p>
            <a:p>
              <a:pPr algn="ctr"/>
              <a:r>
                <a:rPr lang="en-US" sz="1600" dirty="0"/>
                <a:t>(Content Creator)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6C7C52-EA72-4E4E-6296-A91CAA0F9A82}"/>
              </a:ext>
            </a:extLst>
          </p:cNvPr>
          <p:cNvGrpSpPr/>
          <p:nvPr/>
        </p:nvGrpSpPr>
        <p:grpSpPr>
          <a:xfrm>
            <a:off x="6576596" y="241540"/>
            <a:ext cx="2466381" cy="897147"/>
            <a:chOff x="2542303" y="247290"/>
            <a:chExt cx="2466381" cy="89714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A0AFAF-E02C-D666-6654-0CE82C64C7B8}"/>
                </a:ext>
              </a:extLst>
            </p:cNvPr>
            <p:cNvSpPr/>
            <p:nvPr/>
          </p:nvSpPr>
          <p:spPr>
            <a:xfrm>
              <a:off x="2542303" y="247290"/>
              <a:ext cx="2466381" cy="897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7D73A7-891D-3E0F-A7D3-67BD82D0A2A1}"/>
                </a:ext>
              </a:extLst>
            </p:cNvPr>
            <p:cNvSpPr txBox="1"/>
            <p:nvPr/>
          </p:nvSpPr>
          <p:spPr>
            <a:xfrm>
              <a:off x="2672338" y="247290"/>
              <a:ext cx="220631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Anonymization Service</a:t>
              </a:r>
            </a:p>
            <a:p>
              <a:pPr algn="ctr"/>
              <a:r>
                <a:rPr lang="en-US" sz="1600" dirty="0"/>
                <a:t>(Content Consumer)</a:t>
              </a:r>
            </a:p>
            <a:p>
              <a:pPr algn="ctr"/>
              <a:r>
                <a:rPr lang="en-US" sz="1600" dirty="0"/>
                <a:t>(Content Creator)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EF03C8-731D-7B44-BBA0-078BC4D4171B}"/>
              </a:ext>
            </a:extLst>
          </p:cNvPr>
          <p:cNvSpPr/>
          <p:nvPr/>
        </p:nvSpPr>
        <p:spPr>
          <a:xfrm>
            <a:off x="10500291" y="1748287"/>
            <a:ext cx="264543" cy="4031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CFED4C-F999-8249-8892-A3D0A8CD3288}"/>
              </a:ext>
            </a:extLst>
          </p:cNvPr>
          <p:cNvCxnSpPr>
            <a:cxnSpLocks/>
          </p:cNvCxnSpPr>
          <p:nvPr/>
        </p:nvCxnSpPr>
        <p:spPr>
          <a:xfrm>
            <a:off x="10638314" y="1184695"/>
            <a:ext cx="0" cy="520460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43B937-49F8-8B03-B030-913DBC2538D9}"/>
              </a:ext>
            </a:extLst>
          </p:cNvPr>
          <p:cNvGrpSpPr/>
          <p:nvPr/>
        </p:nvGrpSpPr>
        <p:grpSpPr>
          <a:xfrm>
            <a:off x="9386509" y="241540"/>
            <a:ext cx="2573205" cy="897147"/>
            <a:chOff x="1019818" y="195532"/>
            <a:chExt cx="2573205" cy="89714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B65F9BD-3EBF-276B-B3A6-E251E4FD4638}"/>
                </a:ext>
              </a:extLst>
            </p:cNvPr>
            <p:cNvSpPr/>
            <p:nvPr/>
          </p:nvSpPr>
          <p:spPr>
            <a:xfrm>
              <a:off x="1050868" y="195532"/>
              <a:ext cx="2466381" cy="897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EC8FCE-658F-CA1D-956A-AD3CE6A50BF1}"/>
                </a:ext>
              </a:extLst>
            </p:cNvPr>
            <p:cNvSpPr txBox="1"/>
            <p:nvPr/>
          </p:nvSpPr>
          <p:spPr>
            <a:xfrm>
              <a:off x="1019818" y="351717"/>
              <a:ext cx="25732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Secondary Use Researcher</a:t>
              </a:r>
            </a:p>
            <a:p>
              <a:pPr algn="ctr"/>
              <a:r>
                <a:rPr lang="en-US" sz="1600" dirty="0"/>
                <a:t>(Content Consumer)</a:t>
              </a:r>
              <a:endParaRPr lang="en-US" dirty="0"/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91A290-F1F6-BF2E-AFE5-A7824A186A91}"/>
              </a:ext>
            </a:extLst>
          </p:cNvPr>
          <p:cNvCxnSpPr>
            <a:cxnSpLocks/>
          </p:cNvCxnSpPr>
          <p:nvPr/>
        </p:nvCxnSpPr>
        <p:spPr>
          <a:xfrm>
            <a:off x="2208362" y="3226279"/>
            <a:ext cx="25582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loud">
            <a:extLst>
              <a:ext uri="{FF2B5EF4-FFF2-40B4-BE49-F238E27FC236}">
                <a16:creationId xmlns:a16="http://schemas.microsoft.com/office/drawing/2014/main" id="{5C605ACD-7F44-16F7-7A8E-DFC30F76D252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2889525" y="2924654"/>
            <a:ext cx="1115869" cy="603250"/>
          </a:xfrm>
          <a:custGeom>
            <a:avLst/>
            <a:gdLst>
              <a:gd name="T0" fmla="*/ 3309 w 21600"/>
              <a:gd name="T1" fmla="*/ 317735 h 21600"/>
              <a:gd name="T2" fmla="*/ 533400 w 21600"/>
              <a:gd name="T3" fmla="*/ 634793 h 21600"/>
              <a:gd name="T4" fmla="*/ 1065911 w 21600"/>
              <a:gd name="T5" fmla="*/ 317735 h 21600"/>
              <a:gd name="T6" fmla="*/ 533400 w 21600"/>
              <a:gd name="T7" fmla="*/ 36334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Share Content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137560-6F3C-C1AF-C2A0-03EA6D886B7F}"/>
              </a:ext>
            </a:extLst>
          </p:cNvPr>
          <p:cNvSpPr txBox="1"/>
          <p:nvPr/>
        </p:nvSpPr>
        <p:spPr>
          <a:xfrm>
            <a:off x="2631355" y="3527904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Identifiable IPS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3DBBB01-6F0E-09BE-C53F-5B06D53E7BC8}"/>
              </a:ext>
            </a:extLst>
          </p:cNvPr>
          <p:cNvCxnSpPr>
            <a:cxnSpLocks/>
          </p:cNvCxnSpPr>
          <p:nvPr/>
        </p:nvCxnSpPr>
        <p:spPr>
          <a:xfrm>
            <a:off x="5066116" y="3654725"/>
            <a:ext cx="25582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42FCC1F-DD4A-3177-85AA-A6E4815BB756}"/>
              </a:ext>
            </a:extLst>
          </p:cNvPr>
          <p:cNvSpPr txBox="1"/>
          <p:nvPr/>
        </p:nvSpPr>
        <p:spPr>
          <a:xfrm>
            <a:off x="5268486" y="3937985"/>
            <a:ext cx="2201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Pseudonymized IPS</a:t>
            </a:r>
          </a:p>
          <a:p>
            <a:pPr algn="ctr"/>
            <a:r>
              <a:rPr lang="en-US" sz="1400" dirty="0"/>
              <a:t>(Stage 1 De-Identification)</a:t>
            </a: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128013-7BC1-F557-1910-4C525F7D031C}"/>
              </a:ext>
            </a:extLst>
          </p:cNvPr>
          <p:cNvCxnSpPr>
            <a:cxnSpLocks/>
          </p:cNvCxnSpPr>
          <p:nvPr/>
        </p:nvCxnSpPr>
        <p:spPr>
          <a:xfrm>
            <a:off x="7958849" y="4198861"/>
            <a:ext cx="25582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3BE0097-FAB9-B8F6-6DD2-0CECB0630102}"/>
              </a:ext>
            </a:extLst>
          </p:cNvPr>
          <p:cNvSpPr txBox="1"/>
          <p:nvPr/>
        </p:nvSpPr>
        <p:spPr>
          <a:xfrm>
            <a:off x="8129244" y="4478945"/>
            <a:ext cx="2201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De-Identified IPS</a:t>
            </a:r>
          </a:p>
          <a:p>
            <a:pPr algn="ctr"/>
            <a:r>
              <a:rPr lang="en-US" sz="1400" dirty="0"/>
              <a:t>(Stage 2 De-Identification)</a:t>
            </a:r>
          </a:p>
        </p:txBody>
      </p:sp>
      <p:sp>
        <p:nvSpPr>
          <p:cNvPr id="40" name="Cloud">
            <a:extLst>
              <a:ext uri="{FF2B5EF4-FFF2-40B4-BE49-F238E27FC236}">
                <a16:creationId xmlns:a16="http://schemas.microsoft.com/office/drawing/2014/main" id="{3B58F046-D65C-2E52-467B-4E082BB124B1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5822341" y="3360615"/>
            <a:ext cx="1115869" cy="603250"/>
          </a:xfrm>
          <a:custGeom>
            <a:avLst/>
            <a:gdLst>
              <a:gd name="T0" fmla="*/ 3309 w 21600"/>
              <a:gd name="T1" fmla="*/ 317735 h 21600"/>
              <a:gd name="T2" fmla="*/ 533400 w 21600"/>
              <a:gd name="T3" fmla="*/ 634793 h 21600"/>
              <a:gd name="T4" fmla="*/ 1065911 w 21600"/>
              <a:gd name="T5" fmla="*/ 317735 h 21600"/>
              <a:gd name="T6" fmla="*/ 533400 w 21600"/>
              <a:gd name="T7" fmla="*/ 36334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Share Content</a:t>
            </a:r>
            <a:endParaRPr lang="en-US" dirty="0"/>
          </a:p>
        </p:txBody>
      </p:sp>
      <p:sp>
        <p:nvSpPr>
          <p:cNvPr id="41" name="Cloud">
            <a:extLst>
              <a:ext uri="{FF2B5EF4-FFF2-40B4-BE49-F238E27FC236}">
                <a16:creationId xmlns:a16="http://schemas.microsoft.com/office/drawing/2014/main" id="{F2815026-23DB-4499-7F52-ECB1DF9CF59A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8715073" y="3875695"/>
            <a:ext cx="1115869" cy="603250"/>
          </a:xfrm>
          <a:custGeom>
            <a:avLst/>
            <a:gdLst>
              <a:gd name="T0" fmla="*/ 3309 w 21600"/>
              <a:gd name="T1" fmla="*/ 317735 h 21600"/>
              <a:gd name="T2" fmla="*/ 533400 w 21600"/>
              <a:gd name="T3" fmla="*/ 634793 h 21600"/>
              <a:gd name="T4" fmla="*/ 1065911 w 21600"/>
              <a:gd name="T5" fmla="*/ 317735 h 21600"/>
              <a:gd name="T6" fmla="*/ 533400 w 21600"/>
              <a:gd name="T7" fmla="*/ 36334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Share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7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57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 Reed-Fourquet</dc:creator>
  <cp:lastModifiedBy>Andrea K. Fourquet</cp:lastModifiedBy>
  <cp:revision>3</cp:revision>
  <dcterms:created xsi:type="dcterms:W3CDTF">2026-02-02T14:10:07Z</dcterms:created>
  <dcterms:modified xsi:type="dcterms:W3CDTF">2026-02-02T17:28:18Z</dcterms:modified>
</cp:coreProperties>
</file>